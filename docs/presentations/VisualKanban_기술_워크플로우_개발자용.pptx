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기준 통과율 목표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Typecheck</c:v>
                </c:pt>
                <c:pt idx="1">
                  <c:v>Lint</c:v>
                </c:pt>
                <c:pt idx="2">
                  <c:v>Build</c:v>
                </c:pt>
                <c:pt idx="3">
                  <c:v>권한회귀</c:v>
                </c:pt>
                <c:pt idx="4">
                  <c:v>동기화회귀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98</c:v>
                </c:pt>
                <c:pt idx="4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현재 점검 수준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Typecheck</c:v>
                </c:pt>
                <c:pt idx="1">
                  <c:v>Lint</c:v>
                </c:pt>
                <c:pt idx="2">
                  <c:v>Build</c:v>
                </c:pt>
                <c:pt idx="3">
                  <c:v>권한회귀</c:v>
                </c:pt>
                <c:pt idx="4">
                  <c:v>동기화회귀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96</c:v>
                </c:pt>
                <c:pt idx="4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개발자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Visual Kanban Engineering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기술 스택 · 아키텍처 · 워크플로우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577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18488"/>
            <a:ext cx="5358383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5971031"/>
            <a:ext cx="53583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Frontend 실사용 화면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0876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618488"/>
            <a:ext cx="4992624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01384" y="5971031"/>
            <a:ext cx="49926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복잡 인터랙션 화면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개발자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아키텍처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Next.js 단일 앱 + API +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2712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Next.js App 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1416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API /api/state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PostgreSQL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286000"/>
            <a:ext cx="106680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47360" y="2286000"/>
            <a:ext cx="106680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34400" y="2286000"/>
            <a:ext cx="106680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3063240"/>
            <a:ext cx="7406640" cy="26517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설계 의도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프론트/백엔드 통합 배포로 운영 복잡도 감소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클라이언트 상태 + 서버 저장 동기화로 다중 사용자 대응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버전 충돌(Optimistic Concurrency)로 동시 편집 안전성 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3063240"/>
            <a:ext cx="342900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3172968"/>
            <a:ext cx="3209544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30183" y="5422392"/>
            <a:ext cx="32095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실제 운영 화면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개발자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기술 스택 매트릭스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0876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2B"/>
                          </a:solidFill>
                          <a:latin typeface="Malgun Gothic"/>
                        </a:rPr>
                        <a:t>레이어</a:t>
                      </a:r>
                    </a:p>
                  </a:txBody>
                  <a:tcPr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2B"/>
                          </a:solidFill>
                          <a:latin typeface="Malgun Gothic"/>
                        </a:rPr>
                        <a:t>기술</a:t>
                      </a:r>
                    </a:p>
                  </a:txBody>
                  <a:tcPr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2B"/>
                          </a:solidFill>
                          <a:latin typeface="Malgun Gothic"/>
                        </a:rPr>
                        <a:t>적용 이유</a:t>
                      </a:r>
                    </a:p>
                  </a:txBody>
                  <a:tcPr>
                    <a:solidFill>
                      <a:srgbClr val="E6EE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UI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Next.js 16 / React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App Router 기반 구조화 + 생산성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도메인 모델/권한 로직의 타입 안정성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Zustand + persist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가벼운 전역 상태 + 클라이언트 지속성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DnD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dnd-kit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칸반/간트 드래그 UX 구현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Whiteboard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Excalidraw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실시간 협업 메모/스케치 경험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PostgreSQL + 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기업 환경 적합, 신뢰성 높은 트랜잭션/JSONB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Docker Compose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앱+DB 일괄 배포/복구 단순화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개발자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데이터/권한 모델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2712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1416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Membership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Task/Todo/Scene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286000"/>
            <a:ext cx="106680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47360" y="2286000"/>
            <a:ext cx="106680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34400" y="2286000"/>
            <a:ext cx="106680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063240"/>
            <a:ext cx="7406640" cy="2560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권한 해석 규칙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BaseRole(admin/editor/viewer) + ProjectMembership(owner/write/read) 조합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feature 단위 resolveRole → canRead/canWrite로 최종 권한 판정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프로젝트 참여자가 아니면 작성 권한 자동 제한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063240"/>
            <a:ext cx="34290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dmin-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3172968"/>
            <a:ext cx="3209544" cy="2103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30183" y="5330952"/>
            <a:ext cx="32095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사용자/멤버십 관리 화면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개발자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워크플로우 A: 인증/세션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로그인 입력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계정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쿠키 발급(vk_user)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초기비번 변경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앱 라우팅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331720"/>
            <a:ext cx="32004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00600" y="2331720"/>
            <a:ext cx="32004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40880" y="2331720"/>
            <a:ext cx="32004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81160" y="2331720"/>
            <a:ext cx="32004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154680"/>
            <a:ext cx="1097280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구현 포인트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없는 계정 + 0000 입력 시 파트 입력 후 신규 계정 생성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초기 비밀번호(0000) 강제 변경 후 실제 화면 접근 허용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AppShell에서 세션 상태를 기준으로 라우팅 가드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개발자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워크플로우 B: 상태 동기화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hydrate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GET /api/state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로컬 편집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PUT expectedVersion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78308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409 충돌 재동기화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286000"/>
            <a:ext cx="32004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00600" y="2286000"/>
            <a:ext cx="32004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40880" y="2286000"/>
            <a:ext cx="32004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81160" y="2286000"/>
            <a:ext cx="32004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063240"/>
            <a:ext cx="7406640" cy="2560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95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안정화 포인트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seedRevision 기반 데이터 마이그레이션/초기화 제어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세션 사용자 누락 스냅샷 방어 로직으로 로그인 튕김 방지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pending snapshot 상태에서는 폴링 적용을 지연해 데이터 역전 방지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063240"/>
            <a:ext cx="34290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3172968"/>
            <a:ext cx="3209544" cy="2103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0183" y="5330952"/>
            <a:ext cx="32095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검색 페이지(동기화 반영 확인)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개발자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워크플로우 C: 복잡 인터랙션 구현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4864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18488"/>
            <a:ext cx="5266944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696712"/>
            <a:ext cx="52669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Kanban - 카드 이동 / 상세 편집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50876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618488"/>
            <a:ext cx="4992624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01384" y="5696712"/>
            <a:ext cx="49926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Gantt - 트리/그래프 드래그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486400"/>
            <a:ext cx="1097280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공통 패턴: 사용자 입력 → 권한체크 → Store 업데이트 → 동기화 API 반영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개발자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품질 게이트 &amp; 운영 안정성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※ 지표는 운영 체크리스트 기준 예시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508760"/>
          <a:ext cx="66751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645920"/>
            <a:ext cx="3886200" cy="4297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검증 방식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npm run typecheck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npm run lint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npm run build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로그인/권한/동기화 회귀 시나리오 점검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개발자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배포 토폴로지 (Docker)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User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2712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visualkanban container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1416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postgres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volume(backups)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331720"/>
            <a:ext cx="106680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47360" y="2331720"/>
            <a:ext cx="106680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34400" y="2331720"/>
            <a:ext cx="106680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154680"/>
            <a:ext cx="10972800" cy="2560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운영 포인트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DATABASE_URL, sync 옵션으로 환경별 동작 제어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DB 컨테이너 healthcheck 완료 후 앱 컨테이너 기동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볼륨 기반 데이터 영속화 + 정기 백업 정책 권장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개발자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확장 로드맵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087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2B"/>
                          </a:solidFill>
                          <a:latin typeface="Malgun Gothic"/>
                        </a:rPr>
                        <a:t>우선순위</a:t>
                      </a:r>
                    </a:p>
                  </a:txBody>
                  <a:tcPr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2B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2B"/>
                          </a:solidFill>
                          <a:latin typeface="Malgun Gothic"/>
                        </a:rPr>
                        <a:t>목표</a:t>
                      </a:r>
                    </a:p>
                  </a:txBody>
                  <a:tcPr>
                    <a:solidFill>
                      <a:srgbClr val="E6EE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실시간 알림/멘션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변경 인지 속도 향상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감사로그 확장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변경 추적/보안 대응 강화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템플릿/자동화 규칙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반복 업무 최소화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운영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장애/성능 가시성 강화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892040"/>
            <a:ext cx="10972800" cy="1234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95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핵심 원칙: 기능 확장보다도 데이터 정합성·권한 안전성·운영 단순성을 우선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개발 관점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97280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정리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Visual Kanban은 실무 협업 UX와 운영 안전성을 동시에 고려한 구조입니다.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PostgreSQL 동기화 + 권한 모델 + Docker 배포로 즉시 서비스 가능한 기반을 갖췄습니다.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앞으로는 관측성/알림/자동화 레이어를 추가해 운영 성숙도를 높일 계획입니다.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E58C7"/>
                </a:solidFill>
                <a:latin typeface="Malgun Gothic"/>
              </a:rPr>
              <a:t>Technical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